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8" r:id="rId6"/>
    <p:sldId id="325" r:id="rId7"/>
    <p:sldId id="321" r:id="rId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4497"/>
    <a:srgbClr val="2E75B6"/>
    <a:srgbClr val="4D2757"/>
    <a:srgbClr val="153553"/>
    <a:srgbClr val="CC66FF"/>
    <a:srgbClr val="825A98"/>
    <a:srgbClr val="583D67"/>
    <a:srgbClr val="6DF7F0"/>
    <a:srgbClr val="87DDE9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1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uardo Dos Santos Moreira" userId="937fb765-5b4c-4727-994d-a8e3ce629351" providerId="ADAL" clId="{F9BF7770-D09E-43D8-A2C6-ADE232EC4815}"/>
    <pc:docChg chg="custSel addSld delSld modSld">
      <pc:chgData name="Eduardo Dos Santos Moreira" userId="937fb765-5b4c-4727-994d-a8e3ce629351" providerId="ADAL" clId="{F9BF7770-D09E-43D8-A2C6-ADE232EC4815}" dt="2025-06-24T12:47:38.093" v="154" actId="113"/>
      <pc:docMkLst>
        <pc:docMk/>
      </pc:docMkLst>
      <pc:sldChg chg="modSp mod">
        <pc:chgData name="Eduardo Dos Santos Moreira" userId="937fb765-5b4c-4727-994d-a8e3ce629351" providerId="ADAL" clId="{F9BF7770-D09E-43D8-A2C6-ADE232EC4815}" dt="2025-06-24T12:40:27.061" v="22" actId="20577"/>
        <pc:sldMkLst>
          <pc:docMk/>
          <pc:sldMk cId="2226397191" sldId="256"/>
        </pc:sldMkLst>
        <pc:spChg chg="mod">
          <ac:chgData name="Eduardo Dos Santos Moreira" userId="937fb765-5b4c-4727-994d-a8e3ce629351" providerId="ADAL" clId="{F9BF7770-D09E-43D8-A2C6-ADE232EC4815}" dt="2025-06-24T12:40:27.061" v="22" actId="20577"/>
          <ac:spMkLst>
            <pc:docMk/>
            <pc:sldMk cId="2226397191" sldId="256"/>
            <ac:spMk id="2" creationId="{00000000-0000-0000-0000-000000000000}"/>
          </ac:spMkLst>
        </pc:spChg>
      </pc:sldChg>
      <pc:sldChg chg="addSp modSp mod">
        <pc:chgData name="Eduardo Dos Santos Moreira" userId="937fb765-5b4c-4727-994d-a8e3ce629351" providerId="ADAL" clId="{F9BF7770-D09E-43D8-A2C6-ADE232EC4815}" dt="2025-06-24T12:43:26.002" v="97" actId="12"/>
        <pc:sldMkLst>
          <pc:docMk/>
          <pc:sldMk cId="188046378" sldId="258"/>
        </pc:sldMkLst>
        <pc:spChg chg="mod">
          <ac:chgData name="Eduardo Dos Santos Moreira" userId="937fb765-5b4c-4727-994d-a8e3ce629351" providerId="ADAL" clId="{F9BF7770-D09E-43D8-A2C6-ADE232EC4815}" dt="2025-06-24T12:41:07.035" v="24"/>
          <ac:spMkLst>
            <pc:docMk/>
            <pc:sldMk cId="188046378" sldId="258"/>
            <ac:spMk id="4" creationId="{00000000-0000-0000-0000-000000000000}"/>
          </ac:spMkLst>
        </pc:spChg>
        <pc:spChg chg="add mod">
          <ac:chgData name="Eduardo Dos Santos Moreira" userId="937fb765-5b4c-4727-994d-a8e3ce629351" providerId="ADAL" clId="{F9BF7770-D09E-43D8-A2C6-ADE232EC4815}" dt="2025-06-24T12:43:26.002" v="97" actId="12"/>
          <ac:spMkLst>
            <pc:docMk/>
            <pc:sldMk cId="188046378" sldId="258"/>
            <ac:spMk id="5" creationId="{33AB7489-C606-5153-09EB-70C30307D1BD}"/>
          </ac:spMkLst>
        </pc:spChg>
      </pc:sldChg>
      <pc:sldChg chg="del">
        <pc:chgData name="Eduardo Dos Santos Moreira" userId="937fb765-5b4c-4727-994d-a8e3ce629351" providerId="ADAL" clId="{F9BF7770-D09E-43D8-A2C6-ADE232EC4815}" dt="2025-06-24T12:40:44.332" v="23" actId="47"/>
        <pc:sldMkLst>
          <pc:docMk/>
          <pc:sldMk cId="1656635560" sldId="325"/>
        </pc:sldMkLst>
      </pc:sldChg>
      <pc:sldChg chg="modSp add mod">
        <pc:chgData name="Eduardo Dos Santos Moreira" userId="937fb765-5b4c-4727-994d-a8e3ce629351" providerId="ADAL" clId="{F9BF7770-D09E-43D8-A2C6-ADE232EC4815}" dt="2025-06-24T12:47:38.093" v="154" actId="113"/>
        <pc:sldMkLst>
          <pc:docMk/>
          <pc:sldMk cId="2176025908" sldId="325"/>
        </pc:sldMkLst>
        <pc:spChg chg="mod">
          <ac:chgData name="Eduardo Dos Santos Moreira" userId="937fb765-5b4c-4727-994d-a8e3ce629351" providerId="ADAL" clId="{F9BF7770-D09E-43D8-A2C6-ADE232EC4815}" dt="2025-06-24T12:44:25.240" v="101"/>
          <ac:spMkLst>
            <pc:docMk/>
            <pc:sldMk cId="2176025908" sldId="325"/>
            <ac:spMk id="4" creationId="{3A916A82-AC5A-8D67-DA0A-8AD5A781ECF1}"/>
          </ac:spMkLst>
        </pc:spChg>
        <pc:spChg chg="mod">
          <ac:chgData name="Eduardo Dos Santos Moreira" userId="937fb765-5b4c-4727-994d-a8e3ce629351" providerId="ADAL" clId="{F9BF7770-D09E-43D8-A2C6-ADE232EC4815}" dt="2025-06-24T12:47:38.093" v="154" actId="113"/>
          <ac:spMkLst>
            <pc:docMk/>
            <pc:sldMk cId="2176025908" sldId="325"/>
            <ac:spMk id="5" creationId="{F7C1C4B7-51CD-7AF0-9952-192E7A5CA152}"/>
          </ac:spMkLst>
        </pc:spChg>
      </pc:sldChg>
      <pc:sldChg chg="modSp add mod">
        <pc:chgData name="Eduardo Dos Santos Moreira" userId="937fb765-5b4c-4727-994d-a8e3ce629351" providerId="ADAL" clId="{F9BF7770-D09E-43D8-A2C6-ADE232EC4815}" dt="2025-06-24T12:47:06.227" v="153" actId="27636"/>
        <pc:sldMkLst>
          <pc:docMk/>
          <pc:sldMk cId="2603636873" sldId="326"/>
        </pc:sldMkLst>
        <pc:spChg chg="mod">
          <ac:chgData name="Eduardo Dos Santos Moreira" userId="937fb765-5b4c-4727-994d-a8e3ce629351" providerId="ADAL" clId="{F9BF7770-D09E-43D8-A2C6-ADE232EC4815}" dt="2025-06-24T12:47:02.651" v="149"/>
          <ac:spMkLst>
            <pc:docMk/>
            <pc:sldMk cId="2603636873" sldId="326"/>
            <ac:spMk id="4" creationId="{EC1FEE7E-655E-2A8F-B895-24FD1D9652B3}"/>
          </ac:spMkLst>
        </pc:spChg>
        <pc:spChg chg="mod">
          <ac:chgData name="Eduardo Dos Santos Moreira" userId="937fb765-5b4c-4727-994d-a8e3ce629351" providerId="ADAL" clId="{F9BF7770-D09E-43D8-A2C6-ADE232EC4815}" dt="2025-06-24T12:47:06.227" v="153" actId="27636"/>
          <ac:spMkLst>
            <pc:docMk/>
            <pc:sldMk cId="2603636873" sldId="326"/>
            <ac:spMk id="5" creationId="{4B83842D-5CFB-311A-0186-8954FF1C8E36}"/>
          </ac:spMkLst>
        </pc:spChg>
      </pc:sldChg>
    </pc:docChg>
  </pc:docChgLst>
  <pc:docChgLst>
    <pc:chgData name="Eduardo Dos Santos Moreira" userId="937fb765-5b4c-4727-994d-a8e3ce629351" providerId="ADAL" clId="{2265617E-3548-4936-BC9D-3A44CE7F9936}"/>
    <pc:docChg chg="undo custSel delSld modSld">
      <pc:chgData name="Eduardo Dos Santos Moreira" userId="937fb765-5b4c-4727-994d-a8e3ce629351" providerId="ADAL" clId="{2265617E-3548-4936-BC9D-3A44CE7F9936}" dt="2025-06-24T19:13:35.263" v="511" actId="20577"/>
      <pc:docMkLst>
        <pc:docMk/>
      </pc:docMkLst>
      <pc:sldChg chg="del">
        <pc:chgData name="Eduardo Dos Santos Moreira" userId="937fb765-5b4c-4727-994d-a8e3ce629351" providerId="ADAL" clId="{2265617E-3548-4936-BC9D-3A44CE7F9936}" dt="2025-06-24T17:52:13.218" v="16" actId="47"/>
        <pc:sldMkLst>
          <pc:docMk/>
          <pc:sldMk cId="2614695319" sldId="264"/>
        </pc:sldMkLst>
      </pc:sldChg>
      <pc:sldChg chg="del">
        <pc:chgData name="Eduardo Dos Santos Moreira" userId="937fb765-5b4c-4727-994d-a8e3ce629351" providerId="ADAL" clId="{2265617E-3548-4936-BC9D-3A44CE7F9936}" dt="2025-06-24T17:52:12.411" v="15" actId="47"/>
        <pc:sldMkLst>
          <pc:docMk/>
          <pc:sldMk cId="3138865279" sldId="324"/>
        </pc:sldMkLst>
      </pc:sldChg>
      <pc:sldChg chg="modSp mod">
        <pc:chgData name="Eduardo Dos Santos Moreira" userId="937fb765-5b4c-4727-994d-a8e3ce629351" providerId="ADAL" clId="{2265617E-3548-4936-BC9D-3A44CE7F9936}" dt="2025-06-24T19:13:35.263" v="511" actId="20577"/>
        <pc:sldMkLst>
          <pc:docMk/>
          <pc:sldMk cId="2176025908" sldId="325"/>
        </pc:sldMkLst>
        <pc:spChg chg="mod">
          <ac:chgData name="Eduardo Dos Santos Moreira" userId="937fb765-5b4c-4727-994d-a8e3ce629351" providerId="ADAL" clId="{2265617E-3548-4936-BC9D-3A44CE7F9936}" dt="2025-06-24T19:13:35.263" v="511" actId="20577"/>
          <ac:spMkLst>
            <pc:docMk/>
            <pc:sldMk cId="2176025908" sldId="325"/>
            <ac:spMk id="5" creationId="{F7C1C4B7-51CD-7AF0-9952-192E7A5CA152}"/>
          </ac:spMkLst>
        </pc:spChg>
      </pc:sldChg>
      <pc:sldChg chg="modSp mod">
        <pc:chgData name="Eduardo Dos Santos Moreira" userId="937fb765-5b4c-4727-994d-a8e3ce629351" providerId="ADAL" clId="{2265617E-3548-4936-BC9D-3A44CE7F9936}" dt="2025-06-24T18:43:09.034" v="481" actId="20577"/>
        <pc:sldMkLst>
          <pc:docMk/>
          <pc:sldMk cId="2603636873" sldId="326"/>
        </pc:sldMkLst>
        <pc:spChg chg="mod">
          <ac:chgData name="Eduardo Dos Santos Moreira" userId="937fb765-5b4c-4727-994d-a8e3ce629351" providerId="ADAL" clId="{2265617E-3548-4936-BC9D-3A44CE7F9936}" dt="2025-06-24T18:43:09.034" v="481" actId="20577"/>
          <ac:spMkLst>
            <pc:docMk/>
            <pc:sldMk cId="2603636873" sldId="326"/>
            <ac:spMk id="5" creationId="{4B83842D-5CFB-311A-0186-8954FF1C8E36}"/>
          </ac:spMkLst>
        </pc:spChg>
      </pc:sldChg>
    </pc:docChg>
  </pc:docChgLst>
  <pc:docChgLst>
    <pc:chgData name="Eduardo Dos Santos Moreira" userId="937fb765-5b4c-4727-994d-a8e3ce629351" providerId="ADAL" clId="{AD9C579B-D4E8-40A1-8577-2A68F2E8B246}"/>
    <pc:docChg chg="custSel delSld modSld">
      <pc:chgData name="Eduardo Dos Santos Moreira" userId="937fb765-5b4c-4727-994d-a8e3ce629351" providerId="ADAL" clId="{AD9C579B-D4E8-40A1-8577-2A68F2E8B246}" dt="2025-06-24T21:32:37.283" v="143" actId="47"/>
      <pc:docMkLst>
        <pc:docMk/>
      </pc:docMkLst>
      <pc:sldChg chg="modSp mod">
        <pc:chgData name="Eduardo Dos Santos Moreira" userId="937fb765-5b4c-4727-994d-a8e3ce629351" providerId="ADAL" clId="{AD9C579B-D4E8-40A1-8577-2A68F2E8B246}" dt="2025-06-24T21:32:14.271" v="142" actId="20577"/>
        <pc:sldMkLst>
          <pc:docMk/>
          <pc:sldMk cId="2176025908" sldId="325"/>
        </pc:sldMkLst>
        <pc:spChg chg="mod">
          <ac:chgData name="Eduardo Dos Santos Moreira" userId="937fb765-5b4c-4727-994d-a8e3ce629351" providerId="ADAL" clId="{AD9C579B-D4E8-40A1-8577-2A68F2E8B246}" dt="2025-06-24T21:32:14.271" v="142" actId="20577"/>
          <ac:spMkLst>
            <pc:docMk/>
            <pc:sldMk cId="2176025908" sldId="325"/>
            <ac:spMk id="5" creationId="{F7C1C4B7-51CD-7AF0-9952-192E7A5CA152}"/>
          </ac:spMkLst>
        </pc:spChg>
      </pc:sldChg>
      <pc:sldChg chg="del">
        <pc:chgData name="Eduardo Dos Santos Moreira" userId="937fb765-5b4c-4727-994d-a8e3ce629351" providerId="ADAL" clId="{AD9C579B-D4E8-40A1-8577-2A68F2E8B246}" dt="2025-06-24T21:32:37.283" v="143" actId="47"/>
        <pc:sldMkLst>
          <pc:docMk/>
          <pc:sldMk cId="2603636873" sldId="32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9925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949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191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6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8496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1747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852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33330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0428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572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5675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810B96-D79A-440F-9154-B6B4D645B994}" type="datetimeFigureOut">
              <a:rPr lang="pt-BR" smtClean="0"/>
              <a:t>24/06/2025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239CE0-1D9E-4EB8-9663-60CEADE3123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5111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956479" y="1582311"/>
            <a:ext cx="49586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6000" b="1" spc="-150" dirty="0">
                <a:solidFill>
                  <a:schemeClr val="bg1"/>
                </a:solidFill>
              </a:rPr>
              <a:t>CASE POWER BI</a:t>
            </a:r>
          </a:p>
          <a:p>
            <a:r>
              <a:rPr lang="pt-BR" sz="6000" b="1" spc="-150" dirty="0">
                <a:solidFill>
                  <a:schemeClr val="bg1"/>
                </a:solidFill>
              </a:rPr>
              <a:t>VENDAS</a:t>
            </a:r>
          </a:p>
        </p:txBody>
      </p:sp>
    </p:spTree>
    <p:extLst>
      <p:ext uri="{BB962C8B-B14F-4D97-AF65-F5344CB8AC3E}">
        <p14:creationId xmlns:p14="http://schemas.microsoft.com/office/powerpoint/2010/main" val="22263971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559008" y="188072"/>
            <a:ext cx="68823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ETAPA – BUSINESS CASE</a:t>
            </a:r>
            <a:endParaRPr lang="pt-BR" sz="5400" b="1" spc="-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09893"/>
            <a:ext cx="12195398" cy="148106"/>
          </a:xfrm>
          <a:prstGeom prst="rect">
            <a:avLst/>
          </a:prstGeom>
        </p:spPr>
      </p:pic>
      <p:sp>
        <p:nvSpPr>
          <p:cNvPr id="12" name="Retângulo 11"/>
          <p:cNvSpPr/>
          <p:nvPr/>
        </p:nvSpPr>
        <p:spPr>
          <a:xfrm>
            <a:off x="0" y="299973"/>
            <a:ext cx="440480" cy="699531"/>
          </a:xfrm>
          <a:prstGeom prst="rect">
            <a:avLst/>
          </a:prstGeom>
          <a:solidFill>
            <a:srgbClr val="864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228600" y="299972"/>
            <a:ext cx="211880" cy="6995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5512" y="188072"/>
            <a:ext cx="1339891" cy="82424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3AB7489-C606-5153-09EB-70C30307D1BD}"/>
              </a:ext>
            </a:extLst>
          </p:cNvPr>
          <p:cNvSpPr txBox="1">
            <a:spLocks/>
          </p:cNvSpPr>
          <p:nvPr/>
        </p:nvSpPr>
        <p:spPr>
          <a:xfrm>
            <a:off x="559008" y="1600200"/>
            <a:ext cx="97621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Nos próximos slides será apresentada uma situação para desenvolvimento de um dashboard utilizando Power BI. Esta etapa tem como objetivo avaliar sua capacidade analítica, organização visual, e habilidades com DAX, além de identificar como você estrutura insights com base em dados.</a:t>
            </a:r>
          </a:p>
          <a:p>
            <a:pPr algn="l"/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Se atente ao prazo informado no e-mail para entregar o case.</a:t>
            </a:r>
          </a:p>
          <a:p>
            <a:pPr algn="l"/>
            <a:endParaRPr lang="pt-BR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Capriche no design e nas análises!</a:t>
            </a:r>
          </a:p>
        </p:txBody>
      </p:sp>
    </p:spTree>
    <p:extLst>
      <p:ext uri="{BB962C8B-B14F-4D97-AF65-F5344CB8AC3E}">
        <p14:creationId xmlns:p14="http://schemas.microsoft.com/office/powerpoint/2010/main" val="188046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269AA9-42C7-2E52-DECB-D0F765A2A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A916A82-AC5A-8D67-DA0A-8AD5A781ECF1}"/>
              </a:ext>
            </a:extLst>
          </p:cNvPr>
          <p:cNvSpPr txBox="1"/>
          <p:nvPr/>
        </p:nvSpPr>
        <p:spPr>
          <a:xfrm>
            <a:off x="559008" y="188072"/>
            <a:ext cx="30596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5400" dirty="0"/>
              <a:t>SITUAÇÃO</a:t>
            </a:r>
            <a:endParaRPr lang="pt-BR" sz="5400" b="1" spc="-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B73B63BF-6998-074D-4F86-43B8AD66E31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6709893"/>
            <a:ext cx="12195398" cy="148106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B077C2FD-1AC3-5CE4-DB31-0B3A3B5D3E10}"/>
              </a:ext>
            </a:extLst>
          </p:cNvPr>
          <p:cNvSpPr/>
          <p:nvPr/>
        </p:nvSpPr>
        <p:spPr>
          <a:xfrm>
            <a:off x="0" y="299973"/>
            <a:ext cx="440480" cy="699531"/>
          </a:xfrm>
          <a:prstGeom prst="rect">
            <a:avLst/>
          </a:prstGeom>
          <a:solidFill>
            <a:srgbClr val="8644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1C8FF501-007B-3D45-76C4-77D418469B37}"/>
              </a:ext>
            </a:extLst>
          </p:cNvPr>
          <p:cNvSpPr/>
          <p:nvPr/>
        </p:nvSpPr>
        <p:spPr>
          <a:xfrm>
            <a:off x="228600" y="299972"/>
            <a:ext cx="211880" cy="69953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19A0640-FB3F-70F0-7321-43BA32CF1B3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5512" y="188072"/>
            <a:ext cx="1339891" cy="824248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7C1C4B7-51CD-7AF0-9952-192E7A5CA152}"/>
              </a:ext>
            </a:extLst>
          </p:cNvPr>
          <p:cNvSpPr txBox="1">
            <a:spLocks/>
          </p:cNvSpPr>
          <p:nvPr/>
        </p:nvSpPr>
        <p:spPr>
          <a:xfrm>
            <a:off x="559008" y="1600200"/>
            <a:ext cx="9762150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pt-BR" dirty="0"/>
              <a:t>A empresa </a:t>
            </a:r>
            <a:r>
              <a:rPr lang="pt-BR" b="1" dirty="0"/>
              <a:t>LG</a:t>
            </a:r>
            <a:r>
              <a:rPr lang="pt-BR" dirty="0"/>
              <a:t> deseja visualizar e entender melhor suas vendas nos últimos meses.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Com base na base de dados Excel fornecida na </a:t>
            </a:r>
            <a:r>
              <a:rPr lang="pt-BR" b="1" dirty="0"/>
              <a:t>pasta BD </a:t>
            </a:r>
            <a:r>
              <a:rPr lang="pt-BR" dirty="0"/>
              <a:t>(Base de dados), você deve criar um dashboard em Power BI que ajude a responder:</a:t>
            </a:r>
          </a:p>
          <a:p>
            <a:pPr algn="l"/>
            <a:r>
              <a:rPr lang="pt-BR" dirty="0"/>
              <a:t>- Quais modelos mais vendem?</a:t>
            </a:r>
          </a:p>
          <a:p>
            <a:pPr algn="l"/>
            <a:r>
              <a:rPr lang="pt-BR" dirty="0"/>
              <a:t>- Quais lojas têm maior faturamento?</a:t>
            </a:r>
          </a:p>
          <a:p>
            <a:pPr algn="l"/>
            <a:r>
              <a:rPr lang="pt-BR" dirty="0"/>
              <a:t>- Como está o desempenho de cada produto ao longo do tempo?</a:t>
            </a:r>
          </a:p>
          <a:p>
            <a:pPr algn="l"/>
            <a:r>
              <a:rPr lang="pt-BR" dirty="0"/>
              <a:t>- Qual o ticket médio por loja?</a:t>
            </a:r>
          </a:p>
          <a:p>
            <a:pPr marL="342900" indent="-342900" algn="l">
              <a:buFontTx/>
              <a:buChar char="-"/>
            </a:pPr>
            <a:endParaRPr lang="pt-BR" dirty="0"/>
          </a:p>
          <a:p>
            <a:pPr algn="l"/>
            <a:r>
              <a:rPr lang="pt-BR" dirty="0"/>
              <a:t>Você está livre para trazer novos insight, seja criativo.</a:t>
            </a:r>
          </a:p>
          <a:p>
            <a:pPr algn="l"/>
            <a:endParaRPr lang="pt-BR" dirty="0"/>
          </a:p>
          <a:p>
            <a:pPr algn="l"/>
            <a:r>
              <a:rPr lang="pt-BR" dirty="0"/>
              <a:t>OBS. Lembre-se de criar uma tabela de datas, para análises temporais.</a:t>
            </a:r>
          </a:p>
        </p:txBody>
      </p:sp>
    </p:spTree>
    <p:extLst>
      <p:ext uri="{BB962C8B-B14F-4D97-AF65-F5344CB8AC3E}">
        <p14:creationId xmlns:p14="http://schemas.microsoft.com/office/powerpoint/2010/main" val="2176025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63850" y="2355766"/>
            <a:ext cx="3431179" cy="211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599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ce587d-76fd-4644-b153-5c5f27d04885">
      <Terms xmlns="http://schemas.microsoft.com/office/infopath/2007/PartnerControls"/>
    </lcf76f155ced4ddcb4097134ff3c332f>
    <TaxCatchAll xmlns="15481726-757d-42c1-b34d-c968aae86c69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5689DD4E7B8964289CE915350EF341B" ma:contentTypeVersion="15" ma:contentTypeDescription="Crie um novo documento." ma:contentTypeScope="" ma:versionID="266c781962ff93d648309f854db11d19">
  <xsd:schema xmlns:xsd="http://www.w3.org/2001/XMLSchema" xmlns:xs="http://www.w3.org/2001/XMLSchema" xmlns:p="http://schemas.microsoft.com/office/2006/metadata/properties" xmlns:ns2="9ece587d-76fd-4644-b153-5c5f27d04885" xmlns:ns3="15481726-757d-42c1-b34d-c968aae86c69" targetNamespace="http://schemas.microsoft.com/office/2006/metadata/properties" ma:root="true" ma:fieldsID="b3e9103dd2c6d2ee00a5a4a5b8378611" ns2:_="" ns3:_="">
    <xsd:import namespace="9ece587d-76fd-4644-b153-5c5f27d04885"/>
    <xsd:import namespace="15481726-757d-42c1-b34d-c968aae86c6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ce587d-76fd-4644-b153-5c5f27d0488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Marcações de imagem" ma:readOnly="false" ma:fieldId="{5cf76f15-5ced-4ddc-b409-7134ff3c332f}" ma:taxonomyMulti="true" ma:sspId="bf98bb99-fda5-4d71-9ebb-1cdf427b05f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481726-757d-42c1-b34d-c968aae86c69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f6a6893b-8dce-40bd-a182-8e4b3ca2fcb2}" ma:internalName="TaxCatchAll" ma:showField="CatchAllData" ma:web="15481726-757d-42c1-b34d-c968aae86c6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B4997EA-A505-4A03-8605-60707E7BE86B}">
  <ds:schemaRefs>
    <ds:schemaRef ds:uri="http://schemas.microsoft.com/office/2006/metadata/properties"/>
    <ds:schemaRef ds:uri="http://schemas.microsoft.com/office/infopath/2007/PartnerControls"/>
    <ds:schemaRef ds:uri="9ece587d-76fd-4644-b153-5c5f27d04885"/>
    <ds:schemaRef ds:uri="15481726-757d-42c1-b34d-c968aae86c69"/>
  </ds:schemaRefs>
</ds:datastoreItem>
</file>

<file path=customXml/itemProps2.xml><?xml version="1.0" encoding="utf-8"?>
<ds:datastoreItem xmlns:ds="http://schemas.openxmlformats.org/officeDocument/2006/customXml" ds:itemID="{FC999075-2C8E-4BA9-AEA8-D4894064821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966A1D3-D228-4FF4-93DB-09C32432AB4D}"/>
</file>

<file path=docProps/app.xml><?xml version="1.0" encoding="utf-8"?>
<Properties xmlns="http://schemas.openxmlformats.org/officeDocument/2006/extended-properties" xmlns:vt="http://schemas.openxmlformats.org/officeDocument/2006/docPropsVTypes">
  <TotalTime>1122</TotalTime>
  <Words>176</Words>
  <Application>Microsoft Office PowerPoint</Application>
  <PresentationFormat>Widescreen</PresentationFormat>
  <Paragraphs>20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joao.slaviski</dc:creator>
  <cp:lastModifiedBy>Eduardo Dos Santos Moreira</cp:lastModifiedBy>
  <cp:revision>100</cp:revision>
  <dcterms:created xsi:type="dcterms:W3CDTF">2016-06-09T12:25:43Z</dcterms:created>
  <dcterms:modified xsi:type="dcterms:W3CDTF">2025-06-24T21:32:41Z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0x010100F5689DD4E7B8964289CE915350EF341B</vt:lpwstr>
  </property>
  <property fmtid="{D5CDD505-2E9C-101B-9397-08002B2CF9AE}" pid="3" name="MediaServiceImageTags">
    <vt:lpwstr/>
  </property>
</Properties>
</file>